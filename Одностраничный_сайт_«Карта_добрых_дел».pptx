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57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08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11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673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240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82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21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22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20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19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29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03149-B9BD-428B-B858-0BA11D807FBF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1A46F-E4CD-4D15-8E98-B8E40C1292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26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61291" y="325315"/>
            <a:ext cx="9144000" cy="144377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Одностраничный сайт «Карта добрых дел»</a:t>
            </a:r>
            <a:endParaRPr lang="ru-RU" dirty="0"/>
          </a:p>
        </p:txBody>
      </p:sp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916" y="2599958"/>
            <a:ext cx="7524750" cy="376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23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59569" y="4150482"/>
            <a:ext cx="74324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Создать понятную онлайн-карту НКО и инициатив, позволяющую пользователю увидеть, чем живёт их город или регион, а также где можно помочь и как связаться с организациями.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89678" y="149442"/>
            <a:ext cx="33118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smtClean="0"/>
              <a:t>Цель проекта </a:t>
            </a:r>
            <a:endParaRPr lang="ru-RU" sz="4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37465" y="1087685"/>
            <a:ext cx="75360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В малых городах НКО остаются «невидимками» — информация о них разбросана по </a:t>
            </a:r>
            <a:r>
              <a:rPr lang="ru-RU" sz="2400" dirty="0" err="1" smtClean="0"/>
              <a:t>соцсетям</a:t>
            </a:r>
            <a:r>
              <a:rPr lang="ru-RU" sz="2400" dirty="0" smtClean="0"/>
              <a:t> и чатам. Сайт «Карта добрых дел» призван объединить эту информацию, позволит жителям и волонтёрам быстро находить организации и увеличит </a:t>
            </a:r>
            <a:r>
              <a:rPr lang="ru-RU" sz="2400" dirty="0" err="1" smtClean="0"/>
              <a:t>вовлечённость</a:t>
            </a:r>
            <a:r>
              <a:rPr lang="ru-RU" sz="2400" dirty="0" smtClean="0"/>
              <a:t> в деятельность НКО простых людей. </a:t>
            </a:r>
            <a:endParaRPr lang="ru-RU" sz="2400" dirty="0"/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93" y="3948259"/>
            <a:ext cx="4143646" cy="232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62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2046" y="283422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b="1" dirty="0" smtClean="0"/>
              <a:t>Функционал для пользователя</a:t>
            </a:r>
            <a:endParaRPr lang="ru-RU" sz="32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7564" y="96646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Общий функционал сайта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Доступ к просмотру сайта без регистрации и авторизации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Интерактивная карта с приближением, панорамированием и масштабированием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Возможность добавить организацию (после авторизации на сайте)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7565" y="3096064"/>
            <a:ext cx="41933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Функционал карты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На карте отображены метки НКО с возможность выбора конкретного города присутствия ГК “</a:t>
            </a:r>
            <a:r>
              <a:rPr lang="ru-RU" dirty="0" err="1" smtClean="0"/>
              <a:t>Росатом</a:t>
            </a:r>
            <a:r>
              <a:rPr lang="ru-RU" dirty="0" smtClean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Пользователь имеет возможность получить перечень и карту расположения интересующих его НКО по разным фильтрам или найти требуемое НКО по названию.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Карта сопровождается подсказками по использованию всего функционала</a:t>
            </a:r>
            <a:endParaRPr lang="ru-RU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754" y="116368"/>
            <a:ext cx="3999724" cy="36691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9537" y="3948420"/>
            <a:ext cx="2168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Реализация карты</a:t>
            </a:r>
            <a:endParaRPr lang="ru-RU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b="24381"/>
          <a:stretch/>
        </p:blipFill>
        <p:spPr>
          <a:xfrm>
            <a:off x="4719838" y="3096064"/>
            <a:ext cx="2862501" cy="349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7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536" y="686936"/>
            <a:ext cx="4072072" cy="289019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252046" y="991803"/>
            <a:ext cx="57319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Регистрация/авторизация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Пользователь может создать аккаунт на сайте (при помощи любой электронной почты).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Для идентификации пользователь также может указать свои фамилию и имя.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 одному аккаунту на сайте может быть привязана только одна НКО.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</a:t>
            </a:r>
            <a:r>
              <a:rPr lang="ru-RU" dirty="0" smtClean="0"/>
              <a:t>озможно восстановления пароля для получения доступа к утерянному аккаунту. 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52046" y="283422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b="1" dirty="0" smtClean="0"/>
              <a:t>Функционал для пользователя</a:t>
            </a:r>
            <a:endParaRPr lang="ru-RU" sz="3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779417" y="3577126"/>
            <a:ext cx="7543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 smtClean="0"/>
              <a:t>Вход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78108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6877" y="26801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600" b="1" dirty="0" smtClean="0"/>
              <a:t>Карточка НКО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18039" y="106141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/>
              <a:t>Структура карточки НКО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Название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Категория/направление деятельности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Краткое описание деятельности (2-3 предложения) и функционал волонтеров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Контактный телефон (если есть)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Адрес (если есть)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Фото или логотип (опционально)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Ссылки на сайт и </a:t>
            </a:r>
            <a:r>
              <a:rPr lang="ru-RU" dirty="0" err="1" smtClean="0"/>
              <a:t>соцсети</a:t>
            </a:r>
            <a:endParaRPr lang="ru-RU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5175739" y="332773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Пользователь имеет возможность редактировать все указанные поля карточки после регистрации НКО (в случае авторизации под тем же аккаунтом). </a:t>
            </a:r>
          </a:p>
          <a:p>
            <a:r>
              <a:rPr lang="ru-RU" dirty="0" smtClean="0"/>
              <a:t>Внесение новой метки на карту происходит только после прохождения </a:t>
            </a:r>
            <a:r>
              <a:rPr lang="ru-RU" dirty="0" err="1" smtClean="0"/>
              <a:t>модерации</a:t>
            </a:r>
            <a:r>
              <a:rPr lang="ru-RU" dirty="0" smtClean="0"/>
              <a:t> администраторами сайта (у администраторов отдельный интерфейс управления всеми НКО).</a:t>
            </a:r>
            <a:endParaRPr lang="ru-RU" dirty="0"/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854" y="268015"/>
            <a:ext cx="5105644" cy="28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3646739"/>
            <a:ext cx="2992559" cy="299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27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4253" y="1590328"/>
            <a:ext cx="696959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Ключевые компоненты системы: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Обработчики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Handlers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): Принимают входящие HTTP-запросы от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фронтенда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. Их задача —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orchestrate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бизнес-логику (аутентификация, регистрация, создание объектов).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Репозитории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Repositories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): Слой, ответственный за взаимодействие с базой данных.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Репозитории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выполняют все CRUD-операции (создание, чтение, обновление, удаление), изолируя бизнес-логику от деталей работы с БД.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Модели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Models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): Структуры данных, которые описывают сущности предметной области. Они выступают в роли шаблонов для передачи данных между слоями приложения.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База данных: В качестве СУБД используется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SQLite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, что обеспечивает простоту развертывания, высокую скорость работы и отказоустойчивость для данного проекта. Такая многослойная архитектура обеспечивает четкое разделение ответственности, упрощает поддержку кода и его дальнейшее масштабирование.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253" y="94373"/>
            <a:ext cx="823212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b="1" i="0" dirty="0" smtClean="0">
                <a:solidFill>
                  <a:srgbClr val="000000"/>
                </a:solidFill>
                <a:effectLst/>
                <a:latin typeface="Roboto"/>
              </a:rPr>
              <a:t>Архитектура и принцип работы </a:t>
            </a:r>
            <a:r>
              <a:rPr lang="ru-RU" sz="2600" b="1" i="0" dirty="0" err="1" smtClean="0">
                <a:solidFill>
                  <a:srgbClr val="000000"/>
                </a:solidFill>
                <a:effectLst/>
                <a:latin typeface="Roboto"/>
              </a:rPr>
              <a:t>бэкенд</a:t>
            </a:r>
            <a:r>
              <a:rPr lang="ru-RU" sz="2600" b="1" i="0" dirty="0" smtClean="0">
                <a:solidFill>
                  <a:srgbClr val="000000"/>
                </a:solidFill>
                <a:effectLst/>
                <a:latin typeface="Roboto"/>
              </a:rPr>
              <a:t>-сервиса </a:t>
            </a:r>
            <a:endParaRPr lang="ru-RU" sz="2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5491" y="58681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Серверное приложение построено на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фреймворке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Echo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для языка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Go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, который обеспечивает высокую производительность и простоту разработки. 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473462" y="3928945"/>
            <a:ext cx="45944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Поток данных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Data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Flow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Прямой поток (Запрос): HTTP-запрос → Обработчик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Handler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 →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Репозиторий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Repository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 → База данных (DB) </a:t>
            </a:r>
          </a:p>
          <a:p>
            <a:endParaRPr lang="ru-RU" b="0" i="0" dirty="0" smtClean="0">
              <a:solidFill>
                <a:srgbClr val="000000"/>
              </a:solidFill>
              <a:effectLst/>
              <a:latin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Обратный поток (Ответ): База данных (DB) → 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Репозиторий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Repository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 → Обработчик (</a:t>
            </a:r>
            <a:r>
              <a:rPr lang="ru-RU" b="0" i="0" dirty="0" err="1" smtClean="0">
                <a:solidFill>
                  <a:srgbClr val="000000"/>
                </a:solidFill>
                <a:effectLst/>
                <a:latin typeface="Roboto"/>
              </a:rPr>
              <a:t>Handler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Roboto"/>
              </a:rPr>
              <a:t>) → JSON-ответ 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97" y="586816"/>
            <a:ext cx="4003572" cy="312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5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494" y="1222131"/>
            <a:ext cx="8469501" cy="476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041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491</Words>
  <Application>Microsoft Office PowerPoint</Application>
  <PresentationFormat>Широкоэкранный</PresentationFormat>
  <Paragraphs>43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Тема Office</vt:lpstr>
      <vt:lpstr>Одностраничный сайт «Карта добрых дел»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Ольга Завгородняя</dc:creator>
  <cp:lastModifiedBy>Ольга Завгородняя</cp:lastModifiedBy>
  <cp:revision>9</cp:revision>
  <dcterms:created xsi:type="dcterms:W3CDTF">2025-11-16T13:03:45Z</dcterms:created>
  <dcterms:modified xsi:type="dcterms:W3CDTF">2025-11-16T15:35:44Z</dcterms:modified>
</cp:coreProperties>
</file>